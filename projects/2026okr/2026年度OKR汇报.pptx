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9B"/>
                </a:solidFill>
              </a:defRPr>
            </a:pPr>
            <a:r>
              <a:t>2026年度OKR汇报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Agent Native技术支撑的智能化金融科技平台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</a:defRPr>
            </a:pPr>
            <a:r>
              <a:t>2026年度四大目标概览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O1: DeepBank - 全面建成Agent Native技术支撑的信贷超级智能体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O2: 增效降本 - 全面建成「Agent+人」协同的AI DevOps研发新范式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O3: 交付稳定性 - 新机构及存量机构需求交付有序，机构服务稳定高效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O4: 组织建设 - 团队拥抱新技术实践，形成「AI First」工作方式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B"/>
                </a:solidFill>
              </a:defRPr>
            </a:pPr>
            <a:r>
              <a:t>O1: DeepBank - 信贷超级智能体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全面建成Agent Native技术支撑的信贷超级智能体，结合Proactive主动服务、长期记忆、自主学习等原生能力，大幅提升核心业务场景泛化能力，形成具有行业竞争力的信贷Agent产品。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KR1: 核心能力构建 - Agent Sandbox Runtime、Context Engineering、Long-term Memory等核心技术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KR2: 产品打造 - AI信贷员核心标准产品能力，四大能力和两个闭环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KR3: 机构交付 - 支撑&gt;3家机构的落地实践，建立标准化交付体系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B"/>
                </a:solidFill>
              </a:defRPr>
            </a:pPr>
            <a:r>
              <a:t>O2: 增效降本 - AI DevOps研发新范式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全面建成「Agent+人」协同的AI DevOps研发新范式，通过金科研发超级智能体「JONE」赋能研发全流程，实现开发效率及质量有质的提升，资源达到效率与成本的最优平衡。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KR1: 研发全流程 - JONE智能体覆盖需求、开发、测试、运维全阶段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KR2: 资源优化 - HULK云和银数云资源单机构月成本下降&gt;30%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B"/>
                </a:solidFill>
              </a:defRPr>
            </a:pPr>
            <a:r>
              <a:t>O3: 交付稳定性 - 机构服务稳定高效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新机构及存量机构需求交付有序，机构服务稳定高效，有限交付资源下重点优先服务有保障。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KR1: 交付效率 - 新机构新项目&gt;95%按计划上线，存量机构SLA达成率&gt;90%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KR2: 生产运维 - 全年0严重故障、0个P0级别故障、≤4个P1级别故障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B"/>
                </a:solidFill>
              </a:defRPr>
            </a:pPr>
            <a:r>
              <a:t>O4: 组织建设 - AI First工作方式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团队拥抱新技术实践，形成「AI First」工作方式，使工作效率实现里程碑式的提升，同时组织具备持续学习与成长的能力，确保长期的发展动力。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KR1: AI First - AI工具周活跃使用率&gt;95%，AI辅助重度用户比例60%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KR2: 持续学习 - 建立安全围栏、复盘机制，建立类RL（强化学习）文化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</a:defRPr>
            </a:pPr>
            <a:r>
              <a:t>2026年度OKR关键里程碑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651"/>
                </a:solidFill>
              </a:defRPr>
            </a:pPr>
            <a:r>
              <a:t>✓ Agent Native技术全面落地，打造行业领先的信贷智能体产品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651"/>
                </a:solidFill>
              </a:defRPr>
            </a:pPr>
            <a:r>
              <a:t>✓ AI DevOps研发范式成熟，开发效率和质量双提升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651"/>
                </a:solidFill>
              </a:defRPr>
            </a:pPr>
            <a:r>
              <a:t>✓ 交付稳定性保障，服务质量达到业界标杆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651"/>
                </a:solidFill>
              </a:defRPr>
            </a:pPr>
            <a:r>
              <a:t>✓ AI First文化深入组织，形成持续学习和创新的组织能力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